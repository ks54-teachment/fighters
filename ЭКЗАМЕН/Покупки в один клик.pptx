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6F06B0-E12E-3886-3518-D104810B4A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71CC8F-ECB9-09A4-22F1-860B42DA2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5FD0C5-2F4F-56B8-E347-02D38063B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361BE-551A-4BBE-974A-32C23194C46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79FA7A-8D4D-30DE-08DC-C83AA6FED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8800F2-E9D0-FC2E-777A-36CF9161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5AD0-79CE-4FF1-9416-172E6FB98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262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D7737-ACE7-6C99-5619-AA72604BF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904BC8-B75C-A852-8673-F5F964EC3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0395E9-8A49-DAE0-5453-E9F17B9C8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361BE-551A-4BBE-974A-32C23194C46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E6EE7E-EC47-BA18-C948-8BB716485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F3458F-00B2-2C18-F743-FFCC5699F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5AD0-79CE-4FF1-9416-172E6FB98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086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E1482-56AF-0E88-C1C8-8903110CA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C4E552-9303-C93E-FBA4-F2D771654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6CCD30-6E38-BCDE-4BC2-3FFD44CDF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361BE-551A-4BBE-974A-32C23194C46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E129A6-65A7-65A9-2E64-825F1E530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415D80-A58D-2665-B8F8-39EE11AAC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5AD0-79CE-4FF1-9416-172E6FB98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49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45A8E9-3497-7F95-EE95-6B59B5C15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95A6C2-1406-A6D6-BF42-1D1EB600B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A6052A-2B90-71E4-BA6D-A3E26EC3F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D57753-72EE-C8C6-48DB-D1561F906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361BE-551A-4BBE-974A-32C23194C46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4463FC-E1BB-EDA7-756F-AA022CD98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4BBBB2-AD5F-F900-A3B3-91E481D5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5AD0-79CE-4FF1-9416-172E6FB98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2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49CED-5888-91BE-E304-96EE1A460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5D15B1-40D5-3567-C4D1-663F991B4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EC14E0-EBFF-371D-C78A-FDF7BC617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C49341-A405-2BCE-1707-9798DFA7C9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A779341-64B8-CA0C-BA95-93F99EB56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ED263D7-5F1B-395A-41F0-FC4E676DA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361BE-551A-4BBE-974A-32C23194C46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9C9EA16-1FE1-03E2-9CDE-882711532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C9D8F4E-EBA9-564B-2D22-C2F260B78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5AD0-79CE-4FF1-9416-172E6FB98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25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503BA-581C-5827-F14D-8208F0C88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9EDA207-8EFB-CAE7-B623-97916CA72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361BE-551A-4BBE-974A-32C23194C46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09689A-BC39-C642-58A0-04280FD9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45F760-7206-47C0-7306-F1EE82A06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5AD0-79CE-4FF1-9416-172E6FB98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333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7EBC51-8B3E-499B-8D42-B64AB4DAF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361BE-551A-4BBE-974A-32C23194C46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C6B2145-CD3D-6BE2-BB16-FA3AE68A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835A6B-35AE-CFDA-CDE1-6B8EAB90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5AD0-79CE-4FF1-9416-172E6FB98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279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B94CB7-95BF-3D15-4A6D-5437595B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40D195-5DCD-347B-C1A9-2AE2A9E79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B6CDDE-5D13-4F12-C95A-B42B1F9BB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5D7274-3D2B-0428-C799-0BCBDB671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361BE-551A-4BBE-974A-32C23194C46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D445B3-E240-350A-F28E-1B459012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02C3DD-371A-A857-8D9E-7E088E41F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5AD0-79CE-4FF1-9416-172E6FB98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60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3C500-892C-608C-E7B2-CE7C521AA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AA464EA-6D87-A37B-F68A-5198EAD24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CB8AD0-97A5-4D45-CE35-AFABCA602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21CBD3-0233-C8B1-E355-9DF6A70D5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361BE-551A-4BBE-974A-32C23194C46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47FF52-4D76-D0B9-B231-4F6EF7409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C2B652-578F-2EFA-33FE-0E55DC35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5AD0-79CE-4FF1-9416-172E6FB98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78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3A6882-2102-92A6-5713-9617A7A03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F4F7A7E-3F50-9C58-1528-5BB20211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861319-F1E4-6E6D-0418-3035E2C4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361BE-551A-4BBE-974A-32C23194C46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ADDE67-3A70-A217-AADF-566A5C8B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B77F39-14C7-C1DA-BE40-1DD370CDC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5AD0-79CE-4FF1-9416-172E6FB98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4834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6499D5C-93D8-0FAD-56A0-648DAE92D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DE128D4-A8C4-8DEE-96DC-607D96278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FDFBB6-36E5-B7AB-A5B3-0818C5420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361BE-551A-4BBE-974A-32C23194C46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9A6F9D-7CDA-9FC8-F9AF-9EE9994D3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06D339-6DAC-33B2-EC22-DF5B6256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5AD0-79CE-4FF1-9416-172E6FB98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37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C3D7FF-C3F2-373C-0047-C74D5117D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789739-2CF3-CB86-ED83-1B77EC748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D3EC54-6125-CA5F-FE2B-4525866027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A361BE-551A-4BBE-974A-32C23194C461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94CC3B-FC8B-AF9E-8CDA-424CE3B27E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C277C6-223A-AE64-AE2C-C48A7EDCC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75AD0-79CE-4FF1-9416-172E6FB984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20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accent2">
              <a:lumMod val="20000"/>
              <a:lumOff val="80000"/>
            </a:schemeClr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697EE3FA-71AE-B236-1686-5D622AA0F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643" y="3429000"/>
            <a:ext cx="3071002" cy="3068161"/>
          </a:xfrm>
          <a:prstGeom prst="rect">
            <a:avLst/>
          </a:prstGeom>
          <a:noFill/>
          <a:effectLst>
            <a:outerShdw blurRad="241300" dist="177800" dir="5400000" sx="106000" sy="106000" algn="ctr" rotWithShape="0">
              <a:srgbClr val="000000">
                <a:alpha val="87000"/>
              </a:srgb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0284AE98-2E4F-062A-1B46-F942D24C0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55" y="3988492"/>
            <a:ext cx="3907765" cy="2508669"/>
          </a:xfrm>
          <a:prstGeom prst="rect">
            <a:avLst/>
          </a:prstGeom>
          <a:noFill/>
          <a:effectLst>
            <a:outerShdw blurRad="495300" dist="177800" dir="5400000" sx="106000" sy="106000" algn="ctr" rotWithShape="0">
              <a:srgbClr val="000000">
                <a:alpha val="87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A6C4E-FC3C-39A6-99BF-49CD83FD8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1826" y="1145156"/>
            <a:ext cx="5512279" cy="910087"/>
          </a:xfrm>
        </p:spPr>
        <p:txBody>
          <a:bodyPr>
            <a:normAutofit/>
          </a:bodyPr>
          <a:lstStyle/>
          <a:p>
            <a:r>
              <a:rPr lang="ru-RU" sz="2800" b="0" i="0" u="none" strike="noStrike" dirty="0">
                <a:solidFill>
                  <a:srgbClr val="0F1115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 Покупки в один клик</a:t>
            </a:r>
            <a:endParaRPr lang="ru-RU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A360F0-E4AD-7722-6B93-29591A58F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4627" y="2489230"/>
            <a:ext cx="6915508" cy="1655762"/>
          </a:xfrm>
        </p:spPr>
        <p:txBody>
          <a:bodyPr>
            <a:normAutofit/>
          </a:bodyPr>
          <a:lstStyle/>
          <a:p>
            <a:r>
              <a:rPr lang="ru-RU" sz="2000" b="0" i="0" u="none" strike="noStrike" dirty="0">
                <a:solidFill>
                  <a:srgbClr val="0F1115"/>
                </a:solidFill>
                <a:effectLst/>
                <a:latin typeface="Times New Roman" panose="02020603050405020304" pitchFamily="18" charset="0"/>
              </a:rPr>
              <a:t>как не переплачивать и безопасно заказывать товары в интернете</a:t>
            </a:r>
            <a:r>
              <a:rPr lang="en-US" sz="2000" dirty="0">
                <a:solidFill>
                  <a:srgbClr val="0F1115"/>
                </a:solidFill>
                <a:latin typeface="Times New Roman" panose="02020603050405020304" pitchFamily="18" charset="0"/>
              </a:rPr>
              <a:t>?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307126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Широкоэкранный</PresentationFormat>
  <Paragraphs>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 Black</vt:lpstr>
      <vt:lpstr>Times New Roman</vt:lpstr>
      <vt:lpstr>Тема Office</vt:lpstr>
      <vt:lpstr> Покупки в один клик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408</dc:creator>
  <cp:lastModifiedBy>408</cp:lastModifiedBy>
  <cp:revision>1</cp:revision>
  <dcterms:created xsi:type="dcterms:W3CDTF">2026-06-11T07:12:35Z</dcterms:created>
  <dcterms:modified xsi:type="dcterms:W3CDTF">2026-06-11T07:13:11Z</dcterms:modified>
</cp:coreProperties>
</file>