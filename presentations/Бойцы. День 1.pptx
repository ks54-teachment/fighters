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28404d35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d28404d35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28404d3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d28404d3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d28404d3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d28404d3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79200" y="1752575"/>
            <a:ext cx="2985600" cy="10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5700"/>
              <a:t>Бойцы</a:t>
            </a:r>
            <a:endParaRPr sz="57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255975" y="2834675"/>
            <a:ext cx="34707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latin typeface="Montserrat"/>
                <a:ea typeface="Montserrat"/>
                <a:cs typeface="Montserrat"/>
                <a:sym typeface="Montserrat"/>
              </a:rPr>
              <a:t>в команде: Хордилеско У. , Чудутова Т. , Шмаков М. , Шашкова М. , Чернова А.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336150" y="592450"/>
            <a:ext cx="6476100" cy="20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Пользователь получил подозрительное письмо от банка.</a:t>
            </a:r>
            <a:endParaRPr sz="3000"/>
          </a:p>
        </p:txBody>
      </p:sp>
      <p:sp>
        <p:nvSpPr>
          <p:cNvPr id="141" name="Google Shape;141;p14"/>
          <p:cNvSpPr txBox="1"/>
          <p:nvPr/>
        </p:nvSpPr>
        <p:spPr>
          <a:xfrm>
            <a:off x="1203950" y="2333250"/>
            <a:ext cx="4023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что ему делать???????????????</a:t>
            </a:r>
            <a:endParaRPr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Мы предлагаем такой вариант!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06050" y="1537075"/>
            <a:ext cx="7038900" cy="12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>
                <a:latin typeface="Montserrat"/>
                <a:ea typeface="Montserrat"/>
                <a:cs typeface="Montserrat"/>
                <a:sym typeface="Montserrat"/>
              </a:rPr>
              <a:t>чтобы пользователь проигнорировал это сообщение и не отвечал на </a:t>
            </a:r>
            <a:r>
              <a:rPr lang="ru" sz="2300">
                <a:latin typeface="Montserrat"/>
                <a:ea typeface="Montserrat"/>
                <a:cs typeface="Montserrat"/>
                <a:sym typeface="Montserrat"/>
              </a:rPr>
              <a:t>незнакомые</a:t>
            </a:r>
            <a:r>
              <a:rPr lang="ru" sz="2300">
                <a:latin typeface="Montserrat"/>
                <a:ea typeface="Montserrat"/>
                <a:cs typeface="Montserrat"/>
                <a:sym typeface="Montserrat"/>
              </a:rPr>
              <a:t> звонки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07575" y="137175"/>
            <a:ext cx="16449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82875" y="899175"/>
            <a:ext cx="7574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Мы дадим рекомендации чтобы подобные случаи не повторились:</a:t>
            </a:r>
            <a:endParaRPr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182850" y="1752600"/>
            <a:ext cx="8778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включить </a:t>
            </a:r>
            <a:r>
              <a:rPr lang="ru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фильтр</a:t>
            </a:r>
            <a:r>
              <a:rPr lang="ru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антиспама на звонки и и сообщения. увидев подозрительное сообщение звонить на официальный номер банка и разбираться напрямую с ними. всегда проверять номер и адрес почты отправителя.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